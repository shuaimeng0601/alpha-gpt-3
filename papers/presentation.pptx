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ALPHA-GPT 3.0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Debate Framework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Quantitative Investment Research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09728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Ronald Liu  ·  Shuai Meng  ·  Hao Wang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California, Berkeley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Turning Trading Ideas into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Testable Formulas Is Hard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468880" cy="237744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Ambiguous Ideas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says "buy undervalued momentum stocks" — but what counts as undervalued? What time window?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468880" cy="237744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11880" y="21488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Brittle Formulas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AI pass often produces invalid math expressions, wrong operators, or formulas that don't match the intent.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2468880" cy="237744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148840"/>
            <a:ext cx="411480" cy="41148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Interpretability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generation is a black box — there's no reasoning trail explaining why a formula was chosen.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Two-Stage Multi-Agent Debate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AI writing a formula in a single pass, we have multiple AI agents debate in two stages — first about what to test, then about how to express it mathematically.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657600" cy="246888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3657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 Debate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we test?"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 independently interpret the trading idea, then critique each other's reasoning.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converge on a shared hypothesis with clearly defined signals, data sources, and risk factors.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2926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3657600" cy="246888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19456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 Debate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we express it?"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translate the agreed hypothesis into candidate math formulas.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review each other's formulas for correctness, then revise. Only valid formulas proceed to backtesting.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DEBATE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Agents Reach Consensus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solidFill>
            <a:srgbClr val="1623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"Stocks with high momentum and low valuation tend to outperform"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2560320" cy="260604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57400"/>
            <a:ext cx="25603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Momentum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riding price trends with volatility adjustment for safety.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977640"/>
            <a:ext cx="1188720" cy="320040"/>
          </a:xfrm>
          <a:prstGeom prst="rect">
            <a:avLst/>
          </a:prstGeom>
          <a:solidFill>
            <a:srgbClr val="0F1B2D"/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2057400"/>
            <a:ext cx="2560320" cy="260604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05740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Mean-Reversion 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betting against the crowd — short stocks that are popular.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977640"/>
            <a:ext cx="1188720" cy="320040"/>
          </a:xfrm>
          <a:prstGeom prst="rect">
            <a:avLst/>
          </a:prstGeom>
          <a:solidFill>
            <a:srgbClr val="0F1B2D"/>
          </a:solidFill>
          <a:ln w="12700"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057400"/>
            <a:ext cx="2560320" cy="260604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057400"/>
            <a:ext cx="25603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combining momentum with quality filters (profitability checks).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3977640"/>
            <a:ext cx="1188720" cy="320040"/>
          </a:xfrm>
          <a:prstGeom prst="rect">
            <a:avLst/>
          </a:prstGeom>
          <a:solidFill>
            <a:srgbClr val="0F1B2D"/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 Study: Does Debate Help?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4 approaches on 500 U.S. stocks (2010–2023). Each method generates candidate trading formulas from the same idea, backtested on held-out data (2021–2023).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Method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Does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IC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ICIR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Sharpe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math search, no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AI, one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Agent + 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AI + random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Debate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debate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AI agent (with or without random search) produces formulas that often go the </a:t>
            </a:r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direction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(negative Sharpe). Debate keeps the signal positive and more reliable across runs.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Alpha from Debate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920240" cy="8229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447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21.0%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417320"/>
            <a:ext cx="1920240" cy="8229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4447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718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1920240" cy="8229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4447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-11.4%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7492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417320"/>
            <a:ext cx="2011680" cy="82296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Interpretation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1719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mean reversion: bet that sharp recent moves will reverse.</a:t>
            </a:r>
            <a:endParaRPr lang="en-US" sz="900" dirty="0"/>
          </a:p>
        </p:txBody>
      </p:sp>
      <p:pic>
        <p:nvPicPr>
          <p:cNvPr id="16" name="Image 0" descr="/Users/ronaldliu/Documents/Projects/alpha-gpt/outputs/20260414_115920_debate-only_run0/equity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3160"/>
            <a:ext cx="80467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Debate beats single-pass generation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agents debating produces more reliable trading signals than a single AI working alone.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reasoning = interpretability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two-stage design creates a clear paper trail: why a hypothesis was chosen, and how it became a formula.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840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can do useful quant research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right framework, language models can generate trading formulas that actually work out-of-sample.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Alpha-GPT 3.0</dc:title>
  <dc:subject>PptxGenJS Presentation</dc:subject>
  <dc:creator>Ronald Liu, Shuai Meng, Hao Wang</dc:creator>
  <cp:lastModifiedBy>Ronald Liu, Shuai Meng, Hao Wang</cp:lastModifiedBy>
  <cp:revision>1</cp:revision>
  <dcterms:created xsi:type="dcterms:W3CDTF">2026-04-30T21:14:25Z</dcterms:created>
  <dcterms:modified xsi:type="dcterms:W3CDTF">2026-04-30T21:14:25Z</dcterms:modified>
</cp:coreProperties>
</file>